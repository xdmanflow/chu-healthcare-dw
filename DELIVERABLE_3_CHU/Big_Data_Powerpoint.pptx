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5" r:id="rId8"/>
    <p:sldId id="259" r:id="rId9"/>
    <p:sldId id="260" r:id="rId10"/>
    <p:sldId id="261" r:id="rId11"/>
    <p:sldId id="262" r:id="rId12"/>
    <p:sldId id="263" r:id="rId13"/>
    <p:sldId id="264" r:id="rId14"/>
    <p:sldId id="268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2A2B9-65BA-4B8A-B032-EF155938DAC3}" v="4" dt="2026-06-12T09:30:3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UDOU MANIL" userId="3c1fefd6-7ffd-469a-a3c0-af4095a79b8e" providerId="ADAL" clId="{837D51DB-AAE0-46DF-93AC-DF2C14672D3F}"/>
    <pc:docChg chg="undo custSel addSld modSld">
      <pc:chgData name="DOUDOU MANIL" userId="3c1fefd6-7ffd-469a-a3c0-af4095a79b8e" providerId="ADAL" clId="{837D51DB-AAE0-46DF-93AC-DF2C14672D3F}" dt="2026-06-12T12:21:58.612" v="598" actId="1076"/>
      <pc:docMkLst>
        <pc:docMk/>
      </pc:docMkLst>
      <pc:sldChg chg="addSp delSp modSp mod">
        <pc:chgData name="DOUDOU MANIL" userId="3c1fefd6-7ffd-469a-a3c0-af4095a79b8e" providerId="ADAL" clId="{837D51DB-AAE0-46DF-93AC-DF2C14672D3F}" dt="2026-06-11T11:12:38.494" v="297" actId="478"/>
        <pc:sldMkLst>
          <pc:docMk/>
          <pc:sldMk cId="0" sldId="256"/>
        </pc:sldMkLst>
        <pc:spChg chg="add del mod">
          <ac:chgData name="DOUDOU MANIL" userId="3c1fefd6-7ffd-469a-a3c0-af4095a79b8e" providerId="ADAL" clId="{837D51DB-AAE0-46DF-93AC-DF2C14672D3F}" dt="2026-06-11T11:12:38.494" v="297" actId="478"/>
          <ac:spMkLst>
            <pc:docMk/>
            <pc:sldMk cId="0" sldId="256"/>
            <ac:spMk id="4" creationId="{C6F4FE98-57B2-D6C2-E83D-528D2383D6A4}"/>
          </ac:spMkLst>
        </pc:spChg>
      </pc:sldChg>
      <pc:sldChg chg="addSp delSp modSp mod">
        <pc:chgData name="DOUDOU MANIL" userId="3c1fefd6-7ffd-469a-a3c0-af4095a79b8e" providerId="ADAL" clId="{837D51DB-AAE0-46DF-93AC-DF2C14672D3F}" dt="2026-06-12T11:50:22.564" v="552" actId="20577"/>
        <pc:sldMkLst>
          <pc:docMk/>
          <pc:sldMk cId="0" sldId="258"/>
        </pc:sldMkLst>
        <pc:spChg chg="add del">
          <ac:chgData name="DOUDOU MANIL" userId="3c1fefd6-7ffd-469a-a3c0-af4095a79b8e" providerId="ADAL" clId="{837D51DB-AAE0-46DF-93AC-DF2C14672D3F}" dt="2026-06-11T10:40:55.600" v="122" actId="22"/>
          <ac:spMkLst>
            <pc:docMk/>
            <pc:sldMk cId="0" sldId="258"/>
            <ac:spMk id="4" creationId="{876224D4-C140-4E5A-35BF-1515081EF1D6}"/>
          </ac:spMkLst>
        </pc:spChg>
        <pc:spChg chg="mod">
          <ac:chgData name="DOUDOU MANIL" userId="3c1fefd6-7ffd-469a-a3c0-af4095a79b8e" providerId="ADAL" clId="{837D51DB-AAE0-46DF-93AC-DF2C14672D3F}" dt="2026-06-12T11:50:22.564" v="552" actId="20577"/>
          <ac:spMkLst>
            <pc:docMk/>
            <pc:sldMk cId="0" sldId="258"/>
            <ac:spMk id="56" creationId="{1B70B0D2-07BD-5646-ED5D-559FD77423E5}"/>
          </ac:spMkLst>
        </pc:spChg>
        <pc:picChg chg="add mod">
          <ac:chgData name="DOUDOU MANIL" userId="3c1fefd6-7ffd-469a-a3c0-af4095a79b8e" providerId="ADAL" clId="{837D51DB-AAE0-46DF-93AC-DF2C14672D3F}" dt="2026-06-09T14:35:52.942" v="19" actId="962"/>
          <ac:picMkLst>
            <pc:docMk/>
            <pc:sldMk cId="0" sldId="258"/>
            <ac:picMk id="9" creationId="{7CFA089A-7747-3108-6640-05232AC7E499}"/>
          </ac:picMkLst>
        </pc:picChg>
        <pc:picChg chg="add mod">
          <ac:chgData name="DOUDOU MANIL" userId="3c1fefd6-7ffd-469a-a3c0-af4095a79b8e" providerId="ADAL" clId="{837D51DB-AAE0-46DF-93AC-DF2C14672D3F}" dt="2026-06-11T10:38:18.887" v="119" actId="1076"/>
          <ac:picMkLst>
            <pc:docMk/>
            <pc:sldMk cId="0" sldId="258"/>
            <ac:picMk id="10" creationId="{497C4D85-377B-0F3E-59A8-01D5B149B7DF}"/>
          </ac:picMkLst>
        </pc:picChg>
        <pc:picChg chg="add mod">
          <ac:chgData name="DOUDOU MANIL" userId="3c1fefd6-7ffd-469a-a3c0-af4095a79b8e" providerId="ADAL" clId="{837D51DB-AAE0-46DF-93AC-DF2C14672D3F}" dt="2026-06-09T14:40:13.488" v="37" actId="1076"/>
          <ac:picMkLst>
            <pc:docMk/>
            <pc:sldMk cId="0" sldId="258"/>
            <ac:picMk id="11" creationId="{6BF5F933-D67C-5823-E75C-7A93BF008FE1}"/>
          </ac:picMkLst>
        </pc:picChg>
        <pc:picChg chg="add mod modCrop">
          <ac:chgData name="DOUDOU MANIL" userId="3c1fefd6-7ffd-469a-a3c0-af4095a79b8e" providerId="ADAL" clId="{837D51DB-AAE0-46DF-93AC-DF2C14672D3F}" dt="2026-06-11T10:41:37.171" v="135" actId="1076"/>
          <ac:picMkLst>
            <pc:docMk/>
            <pc:sldMk cId="0" sldId="258"/>
            <ac:picMk id="12" creationId="{BE461C7F-2F0C-F9B2-8CF2-2B9B102F18DC}"/>
          </ac:picMkLst>
        </pc:picChg>
      </pc:sldChg>
      <pc:sldChg chg="modSp mod">
        <pc:chgData name="DOUDOU MANIL" userId="3c1fefd6-7ffd-469a-a3c0-af4095a79b8e" providerId="ADAL" clId="{837D51DB-AAE0-46DF-93AC-DF2C14672D3F}" dt="2026-06-11T10:43:26.850" v="166" actId="255"/>
        <pc:sldMkLst>
          <pc:docMk/>
          <pc:sldMk cId="0" sldId="259"/>
        </pc:sldMkLst>
        <pc:spChg chg="mod">
          <ac:chgData name="DOUDOU MANIL" userId="3c1fefd6-7ffd-469a-a3c0-af4095a79b8e" providerId="ADAL" clId="{837D51DB-AAE0-46DF-93AC-DF2C14672D3F}" dt="2026-06-11T10:43:22.507" v="165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3:26.850" v="166" actId="255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DOUDOU MANIL" userId="3c1fefd6-7ffd-469a-a3c0-af4095a79b8e" providerId="ADAL" clId="{837D51DB-AAE0-46DF-93AC-DF2C14672D3F}" dt="2026-06-12T11:45:57.330" v="548" actId="20577"/>
        <pc:sldMkLst>
          <pc:docMk/>
          <pc:sldMk cId="0" sldId="260"/>
        </pc:sldMkLst>
        <pc:spChg chg="mod">
          <ac:chgData name="DOUDOU MANIL" userId="3c1fefd6-7ffd-469a-a3c0-af4095a79b8e" providerId="ADAL" clId="{837D51DB-AAE0-46DF-93AC-DF2C14672D3F}" dt="2026-06-12T11:45:57.330" v="54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5:33.965" v="201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4:37.184" v="18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5:09.596" v="187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5:01.656" v="186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5:43.424" v="203" actId="1410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5:58.872" v="207" actId="1410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6:20.340" v="211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6:37.218" v="223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4:32.560" v="173" actId="1410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6:49.244" v="225" actId="14100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DOUDOU MANIL" userId="3c1fefd6-7ffd-469a-a3c0-af4095a79b8e" providerId="ADAL" clId="{837D51DB-AAE0-46DF-93AC-DF2C14672D3F}" dt="2026-06-11T11:08:55.344" v="272" actId="255"/>
        <pc:sldMkLst>
          <pc:docMk/>
          <pc:sldMk cId="0" sldId="263"/>
        </pc:sldMkLst>
        <pc:spChg chg="mod">
          <ac:chgData name="DOUDOU MANIL" userId="3c1fefd6-7ffd-469a-a3c0-af4095a79b8e" providerId="ADAL" clId="{837D51DB-AAE0-46DF-93AC-DF2C14672D3F}" dt="2026-06-11T11:08:51.299" v="271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8:55.344" v="272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8:38.615" v="267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8:42.746" v="268" actId="25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8:01.084" v="251" actId="2057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8:29.888" v="266" actId="20577"/>
          <ac:spMkLst>
            <pc:docMk/>
            <pc:sldMk cId="0" sldId="263"/>
            <ac:spMk id="32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7:40.700" v="238" actId="20577"/>
          <ac:spMkLst>
            <pc:docMk/>
            <pc:sldMk cId="0" sldId="263"/>
            <ac:spMk id="35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7:24.944" v="231" actId="255"/>
          <ac:spMkLst>
            <pc:docMk/>
            <pc:sldMk cId="0" sldId="263"/>
            <ac:spMk id="38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7:18.226" v="230" actId="14100"/>
          <ac:spMkLst>
            <pc:docMk/>
            <pc:sldMk cId="0" sldId="263"/>
            <ac:spMk id="41" creationId="{00000000-0000-0000-0000-000000000000}"/>
          </ac:spMkLst>
        </pc:spChg>
      </pc:sldChg>
      <pc:sldChg chg="modSp mod">
        <pc:chgData name="DOUDOU MANIL" userId="3c1fefd6-7ffd-469a-a3c0-af4095a79b8e" providerId="ADAL" clId="{837D51DB-AAE0-46DF-93AC-DF2C14672D3F}" dt="2026-06-11T11:11:02.154" v="293" actId="255"/>
        <pc:sldMkLst>
          <pc:docMk/>
          <pc:sldMk cId="0" sldId="264"/>
        </pc:sldMkLst>
        <pc:spChg chg="mod">
          <ac:chgData name="DOUDOU MANIL" userId="3c1fefd6-7ffd-469a-a3c0-af4095a79b8e" providerId="ADAL" clId="{837D51DB-AAE0-46DF-93AC-DF2C14672D3F}" dt="2026-06-11T11:10:57.544" v="292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9:22.484" v="282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10:53.114" v="291" actId="25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9:24.625" v="285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11:02.154" v="293" actId="255"/>
          <ac:spMkLst>
            <pc:docMk/>
            <pc:sldMk cId="0" sldId="264"/>
            <ac:spMk id="16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9:17.039" v="278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09:10.629" v="275" actId="20577"/>
          <ac:spMkLst>
            <pc:docMk/>
            <pc:sldMk cId="0" sldId="264"/>
            <ac:spMk id="21" creationId="{00000000-0000-0000-0000-000000000000}"/>
          </ac:spMkLst>
        </pc:spChg>
      </pc:sldChg>
      <pc:sldChg chg="modSp mod">
        <pc:chgData name="DOUDOU MANIL" userId="3c1fefd6-7ffd-469a-a3c0-af4095a79b8e" providerId="ADAL" clId="{837D51DB-AAE0-46DF-93AC-DF2C14672D3F}" dt="2026-06-12T11:50:32.012" v="553" actId="14100"/>
        <pc:sldMkLst>
          <pc:docMk/>
          <pc:sldMk cId="0" sldId="265"/>
        </pc:sldMkLst>
        <pc:spChg chg="mod">
          <ac:chgData name="DOUDOU MANIL" userId="3c1fefd6-7ffd-469a-a3c0-af4095a79b8e" providerId="ADAL" clId="{837D51DB-AAE0-46DF-93AC-DF2C14672D3F}" dt="2026-06-11T10:42:03.147" v="139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1:58.978" v="137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2:01.401" v="138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2:26.581" v="141" actId="25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2:57.390" v="162" actId="2057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3:06.407" v="163" actId="14100"/>
          <ac:spMkLst>
            <pc:docMk/>
            <pc:sldMk cId="0" sldId="265"/>
            <ac:spMk id="31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2T11:50:32.012" v="553" actId="1410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0:41:53.380" v="136" actId="14100"/>
          <ac:spMkLst>
            <pc:docMk/>
            <pc:sldMk cId="0" sldId="265"/>
            <ac:spMk id="33" creationId="{00000000-0000-0000-0000-000000000000}"/>
          </ac:spMkLst>
        </pc:spChg>
      </pc:sldChg>
      <pc:sldChg chg="modSp mod">
        <pc:chgData name="DOUDOU MANIL" userId="3c1fefd6-7ffd-469a-a3c0-af4095a79b8e" providerId="ADAL" clId="{837D51DB-AAE0-46DF-93AC-DF2C14672D3F}" dt="2026-06-12T12:21:39.075" v="594" actId="20577"/>
        <pc:sldMkLst>
          <pc:docMk/>
          <pc:sldMk cId="0" sldId="266"/>
        </pc:sldMkLst>
        <pc:spChg chg="mod">
          <ac:chgData name="DOUDOU MANIL" userId="3c1fefd6-7ffd-469a-a3c0-af4095a79b8e" providerId="ADAL" clId="{837D51DB-AAE0-46DF-93AC-DF2C14672D3F}" dt="2026-06-12T12:21:39.075" v="594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1T11:11:20.883" v="294" actId="207"/>
          <ac:spMkLst>
            <pc:docMk/>
            <pc:sldMk cId="0" sldId="266"/>
            <ac:spMk id="20" creationId="{00000000-0000-0000-0000-000000000000}"/>
          </ac:spMkLst>
        </pc:spChg>
      </pc:sldChg>
      <pc:sldChg chg="addSp modSp mod">
        <pc:chgData name="DOUDOU MANIL" userId="3c1fefd6-7ffd-469a-a3c0-af4095a79b8e" providerId="ADAL" clId="{837D51DB-AAE0-46DF-93AC-DF2C14672D3F}" dt="2026-06-12T12:21:50.488" v="596" actId="20577"/>
        <pc:sldMkLst>
          <pc:docMk/>
          <pc:sldMk cId="0" sldId="267"/>
        </pc:sldMkLst>
        <pc:spChg chg="mod">
          <ac:chgData name="DOUDOU MANIL" userId="3c1fefd6-7ffd-469a-a3c0-af4095a79b8e" providerId="ADAL" clId="{837D51DB-AAE0-46DF-93AC-DF2C14672D3F}" dt="2026-06-12T12:21:50.488" v="596" actId="20577"/>
          <ac:spMkLst>
            <pc:docMk/>
            <pc:sldMk cId="0" sldId="267"/>
            <ac:spMk id="2" creationId="{00000000-0000-0000-0000-000000000000}"/>
          </ac:spMkLst>
        </pc:spChg>
        <pc:spChg chg="add mod">
          <ac:chgData name="DOUDOU MANIL" userId="3c1fefd6-7ffd-469a-a3c0-af4095a79b8e" providerId="ADAL" clId="{837D51DB-AAE0-46DF-93AC-DF2C14672D3F}" dt="2026-06-12T09:33:49.612" v="517" actId="20577"/>
          <ac:spMkLst>
            <pc:docMk/>
            <pc:sldMk cId="0" sldId="267"/>
            <ac:spMk id="5" creationId="{AC9F9717-46A0-9C84-5A2C-3C256EF81E0E}"/>
          </ac:spMkLst>
        </pc:spChg>
        <pc:spChg chg="mod">
          <ac:chgData name="DOUDOU MANIL" userId="3c1fefd6-7ffd-469a-a3c0-af4095a79b8e" providerId="ADAL" clId="{837D51DB-AAE0-46DF-93AC-DF2C14672D3F}" dt="2026-06-09T07:21:31.448" v="2" actId="255"/>
          <ac:spMkLst>
            <pc:docMk/>
            <pc:sldMk cId="0" sldId="267"/>
            <ac:spMk id="6" creationId="{00000000-0000-0000-0000-000000000000}"/>
          </ac:spMkLst>
        </pc:spChg>
        <pc:spChg chg="mod">
          <ac:chgData name="DOUDOU MANIL" userId="3c1fefd6-7ffd-469a-a3c0-af4095a79b8e" providerId="ADAL" clId="{837D51DB-AAE0-46DF-93AC-DF2C14672D3F}" dt="2026-06-12T09:30:27.799" v="372" actId="255"/>
          <ac:spMkLst>
            <pc:docMk/>
            <pc:sldMk cId="0" sldId="267"/>
            <ac:spMk id="23" creationId="{360551E9-61E6-5A6D-9FC6-F1C37FDAFAD0}"/>
          </ac:spMkLst>
        </pc:spChg>
      </pc:sldChg>
      <pc:sldChg chg="addSp delSp modSp add mod">
        <pc:chgData name="DOUDOU MANIL" userId="3c1fefd6-7ffd-469a-a3c0-af4095a79b8e" providerId="ADAL" clId="{837D51DB-AAE0-46DF-93AC-DF2C14672D3F}" dt="2026-06-12T12:21:58.612" v="598" actId="1076"/>
        <pc:sldMkLst>
          <pc:docMk/>
          <pc:sldMk cId="3480545754" sldId="268"/>
        </pc:sldMkLst>
        <pc:spChg chg="add del">
          <ac:chgData name="DOUDOU MANIL" userId="3c1fefd6-7ffd-469a-a3c0-af4095a79b8e" providerId="ADAL" clId="{837D51DB-AAE0-46DF-93AC-DF2C14672D3F}" dt="2026-06-12T12:21:21.275" v="585" actId="22"/>
          <ac:spMkLst>
            <pc:docMk/>
            <pc:sldMk cId="3480545754" sldId="268"/>
            <ac:spMk id="4" creationId="{0D3646B2-3EDF-0E95-2729-9530A5FC705E}"/>
          </ac:spMkLst>
        </pc:spChg>
        <pc:spChg chg="mod">
          <ac:chgData name="DOUDOU MANIL" userId="3c1fefd6-7ffd-469a-a3c0-af4095a79b8e" providerId="ADAL" clId="{837D51DB-AAE0-46DF-93AC-DF2C14672D3F}" dt="2026-06-12T12:21:34.483" v="592" actId="20577"/>
          <ac:spMkLst>
            <pc:docMk/>
            <pc:sldMk cId="3480545754" sldId="268"/>
            <ac:spMk id="5" creationId="{1BE9FBAD-7C8B-BF56-5C36-2059CF752D36}"/>
          </ac:spMkLst>
        </pc:spChg>
        <pc:spChg chg="del">
          <ac:chgData name="DOUDOU MANIL" userId="3c1fefd6-7ffd-469a-a3c0-af4095a79b8e" providerId="ADAL" clId="{837D51DB-AAE0-46DF-93AC-DF2C14672D3F}" dt="2026-06-12T12:20:48.618" v="555" actId="478"/>
          <ac:spMkLst>
            <pc:docMk/>
            <pc:sldMk cId="3480545754" sldId="268"/>
            <ac:spMk id="6" creationId="{AE61B90B-2436-3927-9747-4880F0ED1393}"/>
          </ac:spMkLst>
        </pc:spChg>
        <pc:spChg chg="del mod">
          <ac:chgData name="DOUDOU MANIL" userId="3c1fefd6-7ffd-469a-a3c0-af4095a79b8e" providerId="ADAL" clId="{837D51DB-AAE0-46DF-93AC-DF2C14672D3F}" dt="2026-06-12T12:20:53.232" v="558" actId="478"/>
          <ac:spMkLst>
            <pc:docMk/>
            <pc:sldMk cId="3480545754" sldId="268"/>
            <ac:spMk id="7" creationId="{AA2A1E5A-BDDE-8196-B8FA-51BFA0E1225D}"/>
          </ac:spMkLst>
        </pc:spChg>
        <pc:spChg chg="del mod">
          <ac:chgData name="DOUDOU MANIL" userId="3c1fefd6-7ffd-469a-a3c0-af4095a79b8e" providerId="ADAL" clId="{837D51DB-AAE0-46DF-93AC-DF2C14672D3F}" dt="2026-06-12T12:20:55.842" v="560" actId="478"/>
          <ac:spMkLst>
            <pc:docMk/>
            <pc:sldMk cId="3480545754" sldId="268"/>
            <ac:spMk id="8" creationId="{DC936D5F-8980-5527-D04A-70A6B1FEDAEE}"/>
          </ac:spMkLst>
        </pc:spChg>
        <pc:spChg chg="del mod">
          <ac:chgData name="DOUDOU MANIL" userId="3c1fefd6-7ffd-469a-a3c0-af4095a79b8e" providerId="ADAL" clId="{837D51DB-AAE0-46DF-93AC-DF2C14672D3F}" dt="2026-06-12T12:20:58.297" v="562" actId="478"/>
          <ac:spMkLst>
            <pc:docMk/>
            <pc:sldMk cId="3480545754" sldId="268"/>
            <ac:spMk id="9" creationId="{2B3B8ECB-B25B-B6E7-65F5-C18DF0ABCF94}"/>
          </ac:spMkLst>
        </pc:spChg>
        <pc:spChg chg="del">
          <ac:chgData name="DOUDOU MANIL" userId="3c1fefd6-7ffd-469a-a3c0-af4095a79b8e" providerId="ADAL" clId="{837D51DB-AAE0-46DF-93AC-DF2C14672D3F}" dt="2026-06-12T12:20:50.261" v="556" actId="478"/>
          <ac:spMkLst>
            <pc:docMk/>
            <pc:sldMk cId="3480545754" sldId="268"/>
            <ac:spMk id="10" creationId="{C8C3352E-932E-92C7-1CF2-81616C10651D}"/>
          </ac:spMkLst>
        </pc:spChg>
        <pc:spChg chg="del mod">
          <ac:chgData name="DOUDOU MANIL" userId="3c1fefd6-7ffd-469a-a3c0-af4095a79b8e" providerId="ADAL" clId="{837D51DB-AAE0-46DF-93AC-DF2C14672D3F}" dt="2026-06-12T12:21:01.168" v="564" actId="478"/>
          <ac:spMkLst>
            <pc:docMk/>
            <pc:sldMk cId="3480545754" sldId="268"/>
            <ac:spMk id="11" creationId="{F5983441-DA28-F641-229E-AF5DA11009E5}"/>
          </ac:spMkLst>
        </pc:spChg>
        <pc:spChg chg="del mod">
          <ac:chgData name="DOUDOU MANIL" userId="3c1fefd6-7ffd-469a-a3c0-af4095a79b8e" providerId="ADAL" clId="{837D51DB-AAE0-46DF-93AC-DF2C14672D3F}" dt="2026-06-12T12:21:04.721" v="566" actId="478"/>
          <ac:spMkLst>
            <pc:docMk/>
            <pc:sldMk cId="3480545754" sldId="268"/>
            <ac:spMk id="12" creationId="{4FDF134E-9E7F-4079-A5DC-5E7EFDD4822F}"/>
          </ac:spMkLst>
        </pc:spChg>
        <pc:spChg chg="del mod">
          <ac:chgData name="DOUDOU MANIL" userId="3c1fefd6-7ffd-469a-a3c0-af4095a79b8e" providerId="ADAL" clId="{837D51DB-AAE0-46DF-93AC-DF2C14672D3F}" dt="2026-06-12T12:21:05.923" v="568" actId="478"/>
          <ac:spMkLst>
            <pc:docMk/>
            <pc:sldMk cId="3480545754" sldId="268"/>
            <ac:spMk id="13" creationId="{A1A56573-2F4A-AA0A-C2EE-87145A06A3FB}"/>
          </ac:spMkLst>
        </pc:spChg>
        <pc:spChg chg="del">
          <ac:chgData name="DOUDOU MANIL" userId="3c1fefd6-7ffd-469a-a3c0-af4095a79b8e" providerId="ADAL" clId="{837D51DB-AAE0-46DF-93AC-DF2C14672D3F}" dt="2026-06-12T12:21:16.414" v="582" actId="478"/>
          <ac:spMkLst>
            <pc:docMk/>
            <pc:sldMk cId="3480545754" sldId="268"/>
            <ac:spMk id="14" creationId="{BD3801E1-AC2B-C275-FD86-D621C064E77B}"/>
          </ac:spMkLst>
        </pc:spChg>
        <pc:spChg chg="del mod">
          <ac:chgData name="DOUDOU MANIL" userId="3c1fefd6-7ffd-469a-a3c0-af4095a79b8e" providerId="ADAL" clId="{837D51DB-AAE0-46DF-93AC-DF2C14672D3F}" dt="2026-06-12T12:21:12.800" v="577" actId="478"/>
          <ac:spMkLst>
            <pc:docMk/>
            <pc:sldMk cId="3480545754" sldId="268"/>
            <ac:spMk id="15" creationId="{9B49AE3D-F6F5-0B68-CFCA-77534D6954EA}"/>
          </ac:spMkLst>
        </pc:spChg>
        <pc:spChg chg="del mod">
          <ac:chgData name="DOUDOU MANIL" userId="3c1fefd6-7ffd-469a-a3c0-af4095a79b8e" providerId="ADAL" clId="{837D51DB-AAE0-46DF-93AC-DF2C14672D3F}" dt="2026-06-12T12:21:13.924" v="579" actId="478"/>
          <ac:spMkLst>
            <pc:docMk/>
            <pc:sldMk cId="3480545754" sldId="268"/>
            <ac:spMk id="16" creationId="{78820018-55AD-A2B9-7A99-1A1871B373D0}"/>
          </ac:spMkLst>
        </pc:spChg>
        <pc:spChg chg="del mod">
          <ac:chgData name="DOUDOU MANIL" userId="3c1fefd6-7ffd-469a-a3c0-af4095a79b8e" providerId="ADAL" clId="{837D51DB-AAE0-46DF-93AC-DF2C14672D3F}" dt="2026-06-12T12:21:15.807" v="581" actId="478"/>
          <ac:spMkLst>
            <pc:docMk/>
            <pc:sldMk cId="3480545754" sldId="268"/>
            <ac:spMk id="17" creationId="{41A247FF-7371-45E5-330D-4213F0A73A1B}"/>
          </ac:spMkLst>
        </pc:spChg>
        <pc:spChg chg="del">
          <ac:chgData name="DOUDOU MANIL" userId="3c1fefd6-7ffd-469a-a3c0-af4095a79b8e" providerId="ADAL" clId="{837D51DB-AAE0-46DF-93AC-DF2C14672D3F}" dt="2026-06-12T12:21:10.784" v="575" actId="478"/>
          <ac:spMkLst>
            <pc:docMk/>
            <pc:sldMk cId="3480545754" sldId="268"/>
            <ac:spMk id="18" creationId="{A90AB2E5-6855-62C2-A6BE-0C7E6B68032E}"/>
          </ac:spMkLst>
        </pc:spChg>
        <pc:spChg chg="del mod">
          <ac:chgData name="DOUDOU MANIL" userId="3c1fefd6-7ffd-469a-a3c0-af4095a79b8e" providerId="ADAL" clId="{837D51DB-AAE0-46DF-93AC-DF2C14672D3F}" dt="2026-06-12T12:21:07.285" v="570" actId="478"/>
          <ac:spMkLst>
            <pc:docMk/>
            <pc:sldMk cId="3480545754" sldId="268"/>
            <ac:spMk id="19" creationId="{8AC395CB-B4A2-76AD-5BF5-030757A12E2E}"/>
          </ac:spMkLst>
        </pc:spChg>
        <pc:spChg chg="del mod">
          <ac:chgData name="DOUDOU MANIL" userId="3c1fefd6-7ffd-469a-a3c0-af4095a79b8e" providerId="ADAL" clId="{837D51DB-AAE0-46DF-93AC-DF2C14672D3F}" dt="2026-06-12T12:21:08.846" v="572" actId="478"/>
          <ac:spMkLst>
            <pc:docMk/>
            <pc:sldMk cId="3480545754" sldId="268"/>
            <ac:spMk id="20" creationId="{2CE3B298-D9C0-29A9-C624-D6FAB6B9BBC5}"/>
          </ac:spMkLst>
        </pc:spChg>
        <pc:spChg chg="del mod">
          <ac:chgData name="DOUDOU MANIL" userId="3c1fefd6-7ffd-469a-a3c0-af4095a79b8e" providerId="ADAL" clId="{837D51DB-AAE0-46DF-93AC-DF2C14672D3F}" dt="2026-06-12T12:21:10.166" v="574" actId="478"/>
          <ac:spMkLst>
            <pc:docMk/>
            <pc:sldMk cId="3480545754" sldId="268"/>
            <ac:spMk id="21" creationId="{B3AB69C9-4CF7-8AE9-B604-DDC5533BAAA2}"/>
          </ac:spMkLst>
        </pc:spChg>
        <pc:picChg chg="add mod">
          <ac:chgData name="DOUDOU MANIL" userId="3c1fefd6-7ffd-469a-a3c0-af4095a79b8e" providerId="ADAL" clId="{837D51DB-AAE0-46DF-93AC-DF2C14672D3F}" dt="2026-06-12T12:21:58.612" v="598" actId="1076"/>
          <ac:picMkLst>
            <pc:docMk/>
            <pc:sldMk cId="3480545754" sldId="268"/>
            <ac:picMk id="23" creationId="{403FAD4F-94E3-AA74-05C2-09B648B0A83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81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6ACE3-10D1-209A-B745-1EBFBC64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E0F78-5459-261A-E037-B72E7416D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29EAC-A32A-4CEB-6283-53B9C3C31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39F6D-21D3-B2F3-8E42-B7C2995C4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03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19" y="640080"/>
            <a:ext cx="8257033" cy="1931670"/>
          </a:xfrm>
          <a:prstGeom prst="rect">
            <a:avLst/>
          </a:prstGeom>
          <a:solidFill>
            <a:srgbClr val="050E1F">
              <a:alpha val="75000"/>
            </a:srgb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09728" cy="193167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12647" y="731520"/>
            <a:ext cx="803194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Healthcare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8159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decision support system for the CHU group — Data Warehouse &amp; Analytics</a:t>
            </a:r>
            <a:endParaRPr lang="en-US" sz="1700" i="1" dirty="0"/>
          </a:p>
        </p:txBody>
      </p:sp>
      <p:sp>
        <p:nvSpPr>
          <p:cNvPr id="10" name="Text 8"/>
          <p:cNvSpPr/>
          <p:nvPr/>
        </p:nvSpPr>
        <p:spPr>
          <a:xfrm>
            <a:off x="8532056" y="4747846"/>
            <a:ext cx="443132" cy="27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3474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4108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19" y="1051560"/>
            <a:ext cx="3889717" cy="105156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6692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5270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context &amp; digital transformation goals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886200" cy="105156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56692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4068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40680" y="15270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Integration · Analytics · Viz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313432"/>
            <a:ext cx="3889716" cy="105156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13432"/>
            <a:ext cx="56692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633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60120" y="2404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7889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CSV · FTP flat files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2313432"/>
            <a:ext cx="3886200" cy="105156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54880" y="2313432"/>
            <a:ext cx="56692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2633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440680" y="2404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Design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40680" y="27889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· Physical · ETL jobs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3889716" cy="105156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74320" y="3575304"/>
            <a:ext cx="56692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4320" y="38953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60120" y="36667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Optimization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0120" y="40507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· Bucketing · Query tuning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3575304"/>
            <a:ext cx="3886200" cy="105156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54880" y="3575304"/>
            <a:ext cx="566928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38953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5440680" y="36667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Storytelling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40680" y="40507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Visualizations · Decision insights</a:t>
            </a:r>
            <a:endParaRPr lang="en-US" sz="1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3200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 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41080" y="47640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07260" y="1143001"/>
            <a:ext cx="4340586" cy="1079694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20505" y="971256"/>
            <a:ext cx="4120583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 (Cloud Healthcare Unit) group has launched a major digital transformation initiative. Our team has been tasked with building a scalable Big Data decision support system to harness data from healthcare management systems and FTP sources across France.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B70B0D2-07BD-5646-ED5D-559FD77423E5}"/>
              </a:ext>
            </a:extLst>
          </p:cNvPr>
          <p:cNvSpPr txBox="1"/>
          <p:nvPr/>
        </p:nvSpPr>
        <p:spPr>
          <a:xfrm>
            <a:off x="320040" y="2356707"/>
            <a:ext cx="45638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i="1" dirty="0">
                <a:solidFill>
                  <a:schemeClr val="bg1"/>
                </a:solidFill>
              </a:rPr>
              <a:t>Our mission: design a secure, elastic data warehouse that empowers practitioners &amp; administrators with actionable healthcare analytics</a:t>
            </a:r>
            <a:endParaRPr lang="fr-FR" sz="2200" i="1" dirty="0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9A8C0B92-1C95-3347-9789-00310DB6E110}"/>
              </a:ext>
            </a:extLst>
          </p:cNvPr>
          <p:cNvSpPr txBox="1"/>
          <p:nvPr/>
        </p:nvSpPr>
        <p:spPr>
          <a:xfrm>
            <a:off x="481789" y="3987964"/>
            <a:ext cx="8488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Smarter healthcare decisions start </a:t>
            </a:r>
            <a:r>
              <a:rPr lang="fr-FR" sz="3600" b="1" dirty="0" err="1">
                <a:solidFill>
                  <a:schemeClr val="bg1"/>
                </a:solidFill>
              </a:rPr>
              <a:t>here</a:t>
            </a:r>
            <a:r>
              <a:rPr lang="fr-FR" sz="3600" b="1" dirty="0">
                <a:solidFill>
                  <a:schemeClr val="bg1"/>
                </a:solidFill>
              </a:rPr>
              <a:t> !</a:t>
            </a:r>
          </a:p>
        </p:txBody>
      </p:sp>
      <p:pic>
        <p:nvPicPr>
          <p:cNvPr id="9" name="Image 8" descr="HIVE&#10;&#10;Le contenu généré par l’IA peut être incorrect.">
            <a:extLst>
              <a:ext uri="{FF2B5EF4-FFF2-40B4-BE49-F238E27FC236}">
                <a16:creationId xmlns:a16="http://schemas.microsoft.com/office/drawing/2014/main" id="{7CFA089A-7747-3108-6640-05232AC7E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44" y="210137"/>
            <a:ext cx="2073031" cy="1865728"/>
          </a:xfrm>
          <a:prstGeom prst="rect">
            <a:avLst/>
          </a:prstGeom>
        </p:spPr>
      </p:pic>
      <p:pic>
        <p:nvPicPr>
          <p:cNvPr id="10" name="Image 9" descr="Docker&#10;&#10;Le contenu généré par l’IA peut être incorrect.">
            <a:extLst>
              <a:ext uri="{FF2B5EF4-FFF2-40B4-BE49-F238E27FC236}">
                <a16:creationId xmlns:a16="http://schemas.microsoft.com/office/drawing/2014/main" id="{497C4D85-377B-0F3E-59A8-01D5B149B7D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4883892" y="2998465"/>
            <a:ext cx="3778637" cy="859770"/>
          </a:xfrm>
          <a:prstGeom prst="rect">
            <a:avLst/>
          </a:prstGeom>
        </p:spPr>
      </p:pic>
      <p:pic>
        <p:nvPicPr>
          <p:cNvPr id="11" name="Image 10" descr="APACHE HADOOP&#10;&#10;Le contenu généré par l’IA peut être incorrect.">
            <a:extLst>
              <a:ext uri="{FF2B5EF4-FFF2-40B4-BE49-F238E27FC236}">
                <a16:creationId xmlns:a16="http://schemas.microsoft.com/office/drawing/2014/main" id="{6BF5F933-D67C-5823-E75C-7A93BF008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646" y="2075865"/>
            <a:ext cx="3605194" cy="1081558"/>
          </a:xfrm>
          <a:prstGeom prst="rect">
            <a:avLst/>
          </a:prstGeom>
        </p:spPr>
      </p:pic>
      <p:pic>
        <p:nvPicPr>
          <p:cNvPr id="12" name="Image 11" descr="The image depicts a simple, minimalistic PowerBI logo featuring a stylized, yellow-colored bar graph.&#10;&#10;Le contenu généré par l’IA peut être incorrect.">
            <a:extLst>
              <a:ext uri="{FF2B5EF4-FFF2-40B4-BE49-F238E27FC236}">
                <a16:creationId xmlns:a16="http://schemas.microsoft.com/office/drawing/2014/main" id="{BE461C7F-2F0C-F9B2-8CF2-2B9B102F18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362" t="3547" r="22599" b="7186"/>
          <a:stretch>
            <a:fillRect/>
          </a:stretch>
        </p:blipFill>
        <p:spPr>
          <a:xfrm>
            <a:off x="5068999" y="419888"/>
            <a:ext cx="1589650" cy="147710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8979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20682" y="476015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892040" cy="594360"/>
          </a:xfrm>
          <a:prstGeom prst="rect">
            <a:avLst/>
          </a:prstGeom>
          <a:solidFill>
            <a:srgbClr val="071428">
              <a:alpha val="80000"/>
            </a:srgbClr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64008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Study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modeling · Star schema · Data mart design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779211"/>
            <a:ext cx="4892040" cy="594360"/>
          </a:xfrm>
          <a:prstGeom prst="rect">
            <a:avLst/>
          </a:prstGeom>
          <a:solidFill>
            <a:srgbClr val="071428">
              <a:alpha val="80000"/>
            </a:srgbClr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774640"/>
            <a:ext cx="64008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1691640" cy="326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039112"/>
            <a:ext cx="4572000" cy="326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matrix · Fact tables · Dimension tables defined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1354" y="2529723"/>
            <a:ext cx="4885006" cy="594359"/>
          </a:xfrm>
          <a:prstGeom prst="rect">
            <a:avLst/>
          </a:prstGeom>
          <a:solidFill>
            <a:srgbClr val="071428">
              <a:alpha val="80000"/>
            </a:srgbClr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81354" y="2537460"/>
            <a:ext cx="64008" cy="58662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496311"/>
            <a:ext cx="1691640" cy="402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Development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2752344"/>
            <a:ext cx="4572000" cy="402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· Transformation · Loading jobs built in Talend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282697"/>
            <a:ext cx="4892040" cy="594360"/>
          </a:xfrm>
          <a:prstGeom prst="rect">
            <a:avLst/>
          </a:prstGeom>
          <a:solidFill>
            <a:srgbClr val="071428">
              <a:alpha val="80000"/>
            </a:srgbClr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3290435"/>
            <a:ext cx="64008" cy="584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166991"/>
            <a:ext cx="2672862" cy="545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Implementation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1"/>
            <a:ext cx="4572000" cy="582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created in Hive · Partitioning &amp; bucketing applied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4892040" cy="594360"/>
          </a:xfrm>
          <a:prstGeom prst="rect">
            <a:avLst/>
          </a:prstGeom>
          <a:solidFill>
            <a:srgbClr val="071428">
              <a:alpha val="80000"/>
            </a:srgbClr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4005072"/>
            <a:ext cx="64008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199" y="4050792"/>
            <a:ext cx="2525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261103"/>
            <a:ext cx="4572000" cy="33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response times benchmarked before &amp; after optimization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40679" y="1024128"/>
            <a:ext cx="3478237" cy="3576007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577840" y="111556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 Met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77840" y="15361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data governance enforced</a:t>
            </a:r>
            <a:endParaRPr lang="en-US" sz="1500" i="1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77839" y="1870299"/>
            <a:ext cx="36153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Distributed architecture (HDFS / Hadoop)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77840" y="228600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Multi-source data integration 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example: PostgreSQL · CSV · FTP)</a:t>
            </a:r>
            <a:endParaRPr lang="en-US" sz="1600" i="1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77840" y="2660903"/>
            <a:ext cx="3401568" cy="50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 schema dimensional model designed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77840" y="3035808"/>
            <a:ext cx="3401568" cy="39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ETL jobs validated and documented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39" y="3410712"/>
            <a:ext cx="34782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Partitioning &amp; bucketing implemented</a:t>
            </a:r>
            <a:endParaRPr lang="en-US" sz="1500" i="1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577840" y="37856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storytelling delivered</a:t>
            </a:r>
            <a:endParaRPr lang="en-US" sz="1500" i="1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7784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Talend · Hive · Power BI · PostgreSQL</a:t>
            </a:r>
            <a:endParaRPr lang="en-US" sz="15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971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17870" y="47320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8138160" cy="0"/>
          </a:xfrm>
          <a:prstGeom prst="line">
            <a:avLst/>
          </a:prstGeom>
          <a:noFill/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124712" y="2496312"/>
            <a:ext cx="310896" cy="310896"/>
          </a:xfrm>
          <a:prstGeom prst="ellipse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29768" y="1024128"/>
            <a:ext cx="1764792" cy="1284731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69848"/>
            <a:ext cx="1993392" cy="77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464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" y="2994661"/>
            <a:ext cx="1764792" cy="1412748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89436" y="3081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study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5766" y="338644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Source analysis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9436" y="3683625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Tech stack choice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7876" y="3969199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73552" y="2496312"/>
            <a:ext cx="310896" cy="3108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514600" y="1024128"/>
            <a:ext cx="1828800" cy="1284731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410499" y="125272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435821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14600" y="2994660"/>
            <a:ext cx="1828800" cy="1412749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670048" y="3171209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Conceptual model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65476" y="347331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Bus matrix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673565" y="3788075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ETL job design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22392" y="2496312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6957" y="1024128"/>
            <a:ext cx="1825284" cy="1284731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0" y="125730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4572000" y="17932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673990" y="2994660"/>
            <a:ext cx="1818251" cy="1412749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63553" y="30887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Hive tables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66718" y="33565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ETL pipeline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63553" y="366568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loading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63553" y="39456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Partitioning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71232" y="2496312"/>
            <a:ext cx="310896" cy="310896"/>
          </a:xfrm>
          <a:prstGeom prst="ellipse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793992" y="1024128"/>
            <a:ext cx="1825284" cy="1284731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729984" y="124587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6755307" y="17927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793992" y="2994660"/>
            <a:ext cx="1818251" cy="1412749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967728" y="306921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Power BI reports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59991" y="333615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KPI dashboards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55769" y="362419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Storytelling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959991" y="391855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Oral presentation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3" name="Flèche : droite 42">
            <a:extLst>
              <a:ext uri="{FF2B5EF4-FFF2-40B4-BE49-F238E27FC236}">
                <a16:creationId xmlns:a16="http://schemas.microsoft.com/office/drawing/2014/main" id="{5FEF7303-7390-27CC-3B26-2F72A0CC283D}"/>
              </a:ext>
            </a:extLst>
          </p:cNvPr>
          <p:cNvSpPr/>
          <p:nvPr/>
        </p:nvSpPr>
        <p:spPr>
          <a:xfrm>
            <a:off x="429769" y="2590215"/>
            <a:ext cx="8284463" cy="1452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692" y="2926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59368" y="4736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3703320"/>
          </a:xfrm>
          <a:prstGeom prst="rect">
            <a:avLst/>
          </a:prstGeom>
          <a:solidFill>
            <a:srgbClr val="071428">
              <a:alpha val="80000"/>
            </a:srgbClr>
          </a:solidFill>
          <a:ln w="1524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14800" cy="484632"/>
          </a:xfrm>
          <a:prstGeom prst="rect">
            <a:avLst/>
          </a:prstGeom>
          <a:solidFill>
            <a:srgbClr val="0A1E3A"/>
          </a:solidFill>
          <a:ln w="1524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&amp; CSV files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table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568548" y="1508760"/>
            <a:ext cx="32777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· Administrative care mngmt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stays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68548" y="1965960"/>
            <a:ext cx="29514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· diagnoses · discharge dates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visits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79563" y="2423160"/>
            <a:ext cx="32777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records · professional ID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Hospital Data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49902" y="2880360"/>
            <a:ext cx="2996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hospital management export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Files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49902" y="3337560"/>
            <a:ext cx="2904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flat files ·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ratings per facility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Registry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79563" y="3794760"/>
            <a:ext cx="2472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flat files · national death records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4251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Sensitivity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49902" y="4251960"/>
            <a:ext cx="277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role-based access control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4133088" cy="3712464"/>
          </a:xfrm>
          <a:prstGeom prst="rect">
            <a:avLst/>
          </a:prstGeom>
          <a:solidFill>
            <a:srgbClr val="071428">
              <a:alpha val="80000"/>
            </a:srgbClr>
          </a:solidFill>
          <a:ln w="1524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1024128"/>
            <a:ext cx="4133088" cy="484632"/>
          </a:xfrm>
          <a:prstGeom prst="rect">
            <a:avLst/>
          </a:prstGeom>
          <a:solidFill>
            <a:srgbClr val="0A1E3A"/>
          </a:solidFill>
          <a:ln w="1524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39990" y="950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Challenge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46320" y="1559052"/>
            <a:ext cx="383415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distributed, heterogeneous, and sensitive. Unified integration requires secure ETL pipelines and schema harmonization before loading into the warehouse.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46320" y="2267712"/>
            <a:ext cx="3840480" cy="658368"/>
          </a:xfrm>
          <a:prstGeom prst="rect">
            <a:avLst/>
          </a:prstGeom>
          <a:solidFill>
            <a:srgbClr val="0A1E3A"/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98348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sources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CSV exports · FTP files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46320" y="3072384"/>
            <a:ext cx="3840480" cy="658368"/>
          </a:xfrm>
          <a:prstGeom prst="rect">
            <a:avLst/>
          </a:prstGeom>
          <a:solidFill>
            <a:srgbClr val="0A1E3A"/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83480" y="3127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formats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· flat files · structured CSV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46320" y="3877056"/>
            <a:ext cx="3840480" cy="658368"/>
          </a:xfrm>
          <a:prstGeom prst="rect">
            <a:avLst/>
          </a:prstGeom>
          <a:solidFill>
            <a:srgbClr val="0A1E3A"/>
          </a:solidFill>
          <a:ln w="1016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98348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Tooling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jobs for extraction &amp; transformation</a:t>
            </a:r>
            <a:endParaRPr lang="en-US" sz="13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330591"/>
            <a:ext cx="7498080" cy="25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778240" y="4764024"/>
            <a:ext cx="274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173736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01168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3749040" cy="51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94360" y="149961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centered on patient activity.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tables: Consultations, Hospitalizations, Deaths.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Patient, Time, Facility, Doctor, Diagnosis.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173736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201168" cy="1737360"/>
          </a:xfrm>
          <a:prstGeom prst="rect">
            <a:avLst/>
          </a:prstGeom>
          <a:solidFill>
            <a:srgbClr val="00C4A7"/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0" y="1115568"/>
            <a:ext cx="3749040" cy="51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5029199" y="1499616"/>
            <a:ext cx="444539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landed in HDFS staging zone.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validated and cleansed before DW load.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jobs orchestrate the full pipeline.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4206240" cy="173736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990088"/>
            <a:ext cx="20116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3081528"/>
            <a:ext cx="4547382" cy="49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Layer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94360" y="346557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Subject-oriented marts per analysis domain.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activity · Mortality · Satisfaction.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BI tool consumption.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2990088"/>
            <a:ext cx="4206240" cy="173736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201168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0" y="3081527"/>
            <a:ext cx="3749040" cy="498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029200" y="346557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practitioners vs admins.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anonymization for sensitive patient records.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 all ETL operations.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4231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Data Integration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869680" y="4846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1170432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530352" cy="1170432"/>
          </a:xfrm>
          <a:prstGeom prst="rect">
            <a:avLst/>
          </a:prstGeom>
          <a:solidFill>
            <a:srgbClr val="00C4A7">
              <a:alpha val="80000"/>
            </a:srgbClr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Extraction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connector pulls patients, stays, consultations.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 strategy for operational tables.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206240" cy="1170432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530352" cy="11704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709160" y="137160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349240" y="10972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Hospital Import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1444752"/>
            <a:ext cx="49694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 ingest with schema mapping.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06240" cy="1170432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530352" cy="11704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724912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2450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File Processing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399" y="2798064"/>
            <a:ext cx="415700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death files retrieved via FTP.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validated before staging ingestion.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206240" cy="1170432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530352" cy="1170432"/>
          </a:xfrm>
          <a:prstGeom prst="rect">
            <a:avLst/>
          </a:prstGeom>
          <a:solidFill>
            <a:srgbClr val="00C4A7">
              <a:alpha val="80000"/>
            </a:srgbClr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2724912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49240" y="2450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49240" y="279806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joins for dimension keys.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handling, deduplication, type casting.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3730752"/>
            <a:ext cx="4206240" cy="1170432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74320" y="3730752"/>
            <a:ext cx="530352" cy="1170432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4320" y="407822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4400" y="3803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Jobs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14400" y="415137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fact summaries for common KPIs.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dashboard queries significantly.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09160" y="3730752"/>
            <a:ext cx="4206240" cy="1170432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09160" y="3730752"/>
            <a:ext cx="530352" cy="1170432"/>
          </a:xfrm>
          <a:prstGeom prst="rect">
            <a:avLst/>
          </a:prstGeom>
          <a:solidFill>
            <a:srgbClr val="00B0F0">
              <a:alpha val="8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09160" y="4078224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349240" y="38039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Scheduling</a:t>
            </a:r>
            <a:endParaRPr lang="en-US" sz="2200" dirty="0">
              <a:solidFill>
                <a:srgbClr val="00B0F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49240" y="415137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refresh vs delta load modes.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job scheduler for nightly runs.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6517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22792" y="4787587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303520" cy="7772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1417320" cy="777240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LAYER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1188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CSV exports  ·  FTP flat files</a:t>
            </a:r>
            <a:endParaRPr lang="en-US" sz="1500" i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1801368"/>
            <a:ext cx="0" cy="13716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5303520" cy="7772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1417320" cy="777240"/>
          </a:xfrm>
          <a:prstGeom prst="rect">
            <a:avLst/>
          </a:prstGeom>
          <a:solidFill>
            <a:srgbClr val="00C4A7">
              <a:alpha val="75000"/>
            </a:srgbClr>
          </a:solidFill>
          <a:ln w="1270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21396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21031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staging zone  ·  Talend ETL jobs  ·  Data validation</a:t>
            </a:r>
            <a:endParaRPr lang="en-US" sz="1300" i="1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2715768"/>
            <a:ext cx="0" cy="137160"/>
          </a:xfrm>
          <a:prstGeom prst="line">
            <a:avLst/>
          </a:prstGeom>
          <a:noFill/>
          <a:ln w="12700">
            <a:solidFill>
              <a:srgbClr val="00C4A7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5303520" cy="7772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1417320" cy="77724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30540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3017520"/>
            <a:ext cx="35767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fact tables  ·  Dimension tables  ·  Star schemaPartitioned &amp; bucketed for performance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60120" y="3630168"/>
            <a:ext cx="0" cy="137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5303520" cy="7772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767328"/>
            <a:ext cx="1417320" cy="777240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9684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3931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 ·  HiveQL queries  ·  Reports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70448" y="1024128"/>
            <a:ext cx="2971800" cy="3520440"/>
          </a:xfrm>
          <a:prstGeom prst="rect">
            <a:avLst/>
          </a:prstGeom>
          <a:solidFill>
            <a:srgbClr val="071428">
              <a:alpha val="80000"/>
            </a:srgbClr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019566" y="1078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07608" y="1426464"/>
            <a:ext cx="2697480" cy="521208"/>
          </a:xfrm>
          <a:prstGeom prst="rect">
            <a:avLst/>
          </a:prstGeom>
          <a:solidFill>
            <a:srgbClr val="0A1E3A"/>
          </a:solidFill>
          <a:ln w="63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99048" y="145389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9750" y="1681089"/>
            <a:ext cx="28796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staging, DW &amp; BI layers distinct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16752" y="2044739"/>
            <a:ext cx="2697480" cy="521208"/>
          </a:xfrm>
          <a:prstGeom prst="rect">
            <a:avLst/>
          </a:prstGeom>
          <a:solidFill>
            <a:srgbClr val="0A1E3A"/>
          </a:solidFill>
          <a:ln w="63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099751" y="210874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9048" y="2320817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distributed storage handles the growth</a:t>
            </a:r>
            <a:endParaRPr lang="en-US" sz="1100" i="1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07608" y="2670048"/>
            <a:ext cx="2697480" cy="521208"/>
          </a:xfrm>
          <a:prstGeom prst="rect">
            <a:avLst/>
          </a:prstGeom>
          <a:solidFill>
            <a:srgbClr val="0A1E3A"/>
          </a:solidFill>
          <a:ln w="63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108192" y="2721395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08191" y="2933114"/>
            <a:ext cx="3092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data encryption at rest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16752" y="3291840"/>
            <a:ext cx="2697480" cy="521208"/>
          </a:xfrm>
          <a:prstGeom prst="rect">
            <a:avLst/>
          </a:prstGeom>
          <a:solidFill>
            <a:srgbClr val="0A1E3A"/>
          </a:solidFill>
          <a:ln w="63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108192" y="334529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First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99750" y="3552444"/>
            <a:ext cx="31005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&amp; bucketing reduce query times</a:t>
            </a:r>
            <a:endParaRPr lang="en-US" sz="1100" i="1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16752" y="3905895"/>
            <a:ext cx="2697480" cy="521208"/>
          </a:xfrm>
          <a:prstGeom prst="rect">
            <a:avLst/>
          </a:prstGeom>
          <a:solidFill>
            <a:srgbClr val="0A1E3A"/>
          </a:solidFill>
          <a:ln w="63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108192" y="396075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Orientation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15929" y="4155948"/>
            <a:ext cx="3084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marts aligned to user analysis needs</a:t>
            </a:r>
            <a:endParaRPr lang="en-US" sz="1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6517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Optimization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22792" y="4768597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1719072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Strategy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31920" cy="41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Large tables slow to scan for date-range queries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773936"/>
            <a:ext cx="4041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partitioned by year/month on date columns. Query pruning reduces scanned data by up to 80%.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1719072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73752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Bucketing for Joins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73752" y="1481328"/>
            <a:ext cx="4206240" cy="41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Joins between large fact &amp; dimension tables slow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3752" y="1773936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 format with built-in column statistics. Hive predicate pushdown enabled for all query types.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206240" cy="1719072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8912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Optimization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" y="3401568"/>
            <a:ext cx="3931920" cy="396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Ad-hoc queries on raw columns return full scans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" y="3694176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 format with built-in column statistics. Hive predicate pushdown enabled for all query types.</a:t>
            </a:r>
            <a:endParaRPr lang="en-US" sz="1400" i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206240" cy="1719072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CC00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73752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Benchmarking</a:t>
            </a:r>
            <a:endParaRPr lang="en-US" sz="2000" dirty="0">
              <a:solidFill>
                <a:srgbClr val="CC00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3752" y="3401567"/>
            <a:ext cx="3931920" cy="39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baseline to measure optimization impact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73752" y="3694176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 measured for 8 key queries before and after partitioning. Graphs show improvement per KPI.</a:t>
            </a:r>
            <a:endParaRPr lang="en-US" sz="1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421EB-67C0-661D-F5A4-4C91B089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003CA1B-B1E4-DC5C-AB93-170472B00673}"/>
              </a:ext>
            </a:extLst>
          </p:cNvPr>
          <p:cNvSpPr/>
          <p:nvPr/>
        </p:nvSpPr>
        <p:spPr>
          <a:xfrm>
            <a:off x="411480" y="26517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Optimization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E9FBAD-7C8B-BF56-5C36-2059CF752D36}"/>
              </a:ext>
            </a:extLst>
          </p:cNvPr>
          <p:cNvSpPr/>
          <p:nvPr/>
        </p:nvSpPr>
        <p:spPr>
          <a:xfrm>
            <a:off x="8622792" y="4768597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3" name="Image 22" descr="The image displays a comparison of query execution times, showing a significant difference between a full scan and a gold table query, with the full scan being slower.&#10;&#10;Le contenu généré par l’IA peut être incorrect.">
            <a:extLst>
              <a:ext uri="{FF2B5EF4-FFF2-40B4-BE49-F238E27FC236}">
                <a16:creationId xmlns:a16="http://schemas.microsoft.com/office/drawing/2014/main" id="{403FAD4F-94E3-AA74-05C2-09B648B0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56" y="1070336"/>
            <a:ext cx="7979287" cy="322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4575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7963" y="26517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Storytelling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22792" y="47868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16916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Consultation KPIs</a:t>
            </a:r>
            <a:endParaRPr lang="en-US" sz="2500" dirty="0">
              <a:solidFill>
                <a:srgbClr val="FFFF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facility, per diagnosis, per period.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surface overloaded units and peak times.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2258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★★★★★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899138" y="2258568"/>
            <a:ext cx="2444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Practitioners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206240" cy="16916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C4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73752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C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Analytics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873752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by region and year (2019 focus).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view enables regional comparisons.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3752" y="2258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★★★★☆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30462" y="2258568"/>
            <a:ext cx="2447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Administrators</a:t>
            </a:r>
            <a:endParaRPr lang="en-US" sz="1500" dirty="0">
              <a:solidFill>
                <a:srgbClr val="FFC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206240" cy="16916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38912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Index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38912" y="33649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satisfaction rate by region for 2020.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facilities needing quality improvement.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★★★★☆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99139" y="4160520"/>
            <a:ext cx="24442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Quality teams</a:t>
            </a:r>
            <a:endParaRPr lang="en-US" sz="1500" dirty="0">
              <a:solidFill>
                <a:srgbClr val="CC00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206240" cy="1691640"/>
          </a:xfrm>
          <a:prstGeom prst="rect">
            <a:avLst/>
          </a:prstGeom>
          <a:solidFill>
            <a:srgbClr val="071428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>
              <a:solidFill>
                <a:srgbClr val="FFC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73752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 Rates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4873752" y="33649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gender, age group, diagnosis category.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resource planning &amp; clinical decisions.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73752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★★★☆☆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0462" y="4160520"/>
            <a:ext cx="2447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Practitioners</a:t>
            </a:r>
            <a:endParaRPr lang="en-US" sz="15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1631" y="478301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19" y="534572"/>
            <a:ext cx="8166297" cy="1842868"/>
          </a:xfrm>
          <a:prstGeom prst="rect">
            <a:avLst/>
          </a:prstGeom>
          <a:solidFill>
            <a:srgbClr val="050E1F">
              <a:alpha val="78000"/>
            </a:srgb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541606"/>
            <a:ext cx="109728" cy="18428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88837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Big Data — Mission Accomplished</a:t>
            </a:r>
            <a:endParaRPr lang="en-US" sz="35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0551E9-61E6-5A6D-9FC6-F1C37FDAFAD0}"/>
              </a:ext>
            </a:extLst>
          </p:cNvPr>
          <p:cNvSpPr txBox="1"/>
          <p:nvPr/>
        </p:nvSpPr>
        <p:spPr>
          <a:xfrm>
            <a:off x="576777" y="1456006"/>
            <a:ext cx="786384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i="1" dirty="0">
                <a:solidFill>
                  <a:schemeClr val="bg1"/>
                </a:solidFill>
              </a:rPr>
              <a:t>Thank you for your time and attention !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C9F9717-46A0-9C84-5A2C-3C256EF81E0E}"/>
              </a:ext>
            </a:extLst>
          </p:cNvPr>
          <p:cNvSpPr txBox="1"/>
          <p:nvPr/>
        </p:nvSpPr>
        <p:spPr>
          <a:xfrm>
            <a:off x="400929" y="2569029"/>
            <a:ext cx="82507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300" i="1" dirty="0">
                <a:solidFill>
                  <a:schemeClr val="bg1"/>
                </a:solidFill>
              </a:rPr>
              <a:t>Now </a:t>
            </a:r>
            <a:r>
              <a:rPr lang="fr-FR" sz="3300" i="1" dirty="0" err="1">
                <a:solidFill>
                  <a:schemeClr val="bg1"/>
                </a:solidFill>
              </a:rPr>
              <a:t>let’s</a:t>
            </a:r>
            <a:r>
              <a:rPr lang="fr-FR" sz="3300" i="1" dirty="0">
                <a:solidFill>
                  <a:schemeClr val="bg1"/>
                </a:solidFill>
              </a:rPr>
              <a:t> </a:t>
            </a:r>
            <a:r>
              <a:rPr lang="fr-FR" sz="3300" i="1" dirty="0" err="1">
                <a:solidFill>
                  <a:schemeClr val="bg1"/>
                </a:solidFill>
              </a:rPr>
              <a:t>see</a:t>
            </a:r>
            <a:r>
              <a:rPr lang="fr-FR" sz="3300" i="1" dirty="0">
                <a:solidFill>
                  <a:schemeClr val="bg1"/>
                </a:solidFill>
              </a:rPr>
              <a:t> </a:t>
            </a:r>
            <a:r>
              <a:rPr lang="fr-FR" sz="3300" i="1" dirty="0" err="1">
                <a:solidFill>
                  <a:schemeClr val="bg1"/>
                </a:solidFill>
              </a:rPr>
              <a:t>our</a:t>
            </a:r>
            <a:r>
              <a:rPr lang="fr-FR" sz="3300" i="1" dirty="0">
                <a:solidFill>
                  <a:schemeClr val="bg1"/>
                </a:solidFill>
              </a:rPr>
              <a:t> live </a:t>
            </a:r>
            <a:r>
              <a:rPr lang="fr-FR" sz="3300" i="1" dirty="0" err="1">
                <a:solidFill>
                  <a:schemeClr val="bg1"/>
                </a:solidFill>
              </a:rPr>
              <a:t>demonstration</a:t>
            </a:r>
            <a:r>
              <a:rPr lang="fr-FR" sz="3300" i="1" dirty="0">
                <a:solidFill>
                  <a:schemeClr val="bg1"/>
                </a:solidFill>
              </a:rPr>
              <a:t> of the Power BI </a:t>
            </a:r>
            <a:r>
              <a:rPr lang="fr-FR" sz="3300" i="1" dirty="0" err="1">
                <a:solidFill>
                  <a:schemeClr val="bg1"/>
                </a:solidFill>
              </a:rPr>
              <a:t>dashbord</a:t>
            </a:r>
            <a:r>
              <a:rPr lang="fr-FR" sz="3300" i="1" dirty="0">
                <a:solidFill>
                  <a:schemeClr val="bg1"/>
                </a:solidFill>
              </a:rPr>
              <a:t> </a:t>
            </a:r>
            <a:r>
              <a:rPr lang="fr-FR" sz="3300" i="1" dirty="0" err="1">
                <a:solidFill>
                  <a:schemeClr val="bg1"/>
                </a:solidFill>
              </a:rPr>
              <a:t>with</a:t>
            </a:r>
            <a:r>
              <a:rPr lang="fr-FR" sz="3300" i="1" dirty="0">
                <a:solidFill>
                  <a:schemeClr val="bg1"/>
                </a:solidFill>
              </a:rPr>
              <a:t> all the graphs, </a:t>
            </a:r>
            <a:r>
              <a:rPr lang="fr-FR" sz="3300" i="1" dirty="0" err="1">
                <a:solidFill>
                  <a:schemeClr val="bg1"/>
                </a:solidFill>
              </a:rPr>
              <a:t>enjoy</a:t>
            </a:r>
            <a:r>
              <a:rPr lang="fr-FR" sz="3300" i="1" dirty="0">
                <a:solidFill>
                  <a:schemeClr val="bg1"/>
                </a:solidFill>
              </a:rPr>
              <a:t> !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44b120-a948-4ac9-b1aa-a7f256f9fd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4AF91022D5540B32B0A57AA088D80" ma:contentTypeVersion="5" ma:contentTypeDescription="Crée un document." ma:contentTypeScope="" ma:versionID="367109c2611e82a4c38c8c9981b86140">
  <xsd:schema xmlns:xsd="http://www.w3.org/2001/XMLSchema" xmlns:xs="http://www.w3.org/2001/XMLSchema" xmlns:p="http://schemas.microsoft.com/office/2006/metadata/properties" xmlns:ns3="7044b120-a948-4ac9-b1aa-a7f256f9fd8b" targetNamespace="http://schemas.microsoft.com/office/2006/metadata/properties" ma:root="true" ma:fieldsID="e287985a88a7b4b4be28351a896ee210" ns3:_="">
    <xsd:import namespace="7044b120-a948-4ac9-b1aa-a7f256f9fd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44b120-a948-4ac9-b1aa-a7f256f9fd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3A40F8-0221-430A-94ED-5F5BD684FE68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7044b120-a948-4ac9-b1aa-a7f256f9fd8b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FD08571-CC4A-469D-8F30-4C15471F4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44b120-a948-4ac9-b1aa-a7f256f9f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7BA5EB-B8A8-427B-8EBD-0A48A8DD44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1020</Words>
  <Application>Microsoft Office PowerPoint</Application>
  <PresentationFormat>Affichage à l'écran (16:9)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EasySave v3.0 — Final Defense</dc:title>
  <dc:subject>PptxGenJS Presentation</dc:subject>
  <dc:creator>PptxGenJS</dc:creator>
  <cp:lastModifiedBy>DOUDOU MANIL</cp:lastModifiedBy>
  <cp:revision>4</cp:revision>
  <dcterms:created xsi:type="dcterms:W3CDTF">2026-05-10T16:19:40Z</dcterms:created>
  <dcterms:modified xsi:type="dcterms:W3CDTF">2026-07-29T17:01:46Z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0x010100D204AF91022D5540B32B0A57AA088D80</vt:lpwstr>
  </property>
</Properties>
</file>